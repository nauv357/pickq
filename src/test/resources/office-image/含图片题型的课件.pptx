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04800"/>
            <a:ext cx="10922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一、单项选择题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508000" y="939800"/>
            <a:ext cx="10922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1. 太阳从哪边升起？（ ）</a:t>
            </a:r>
          </a:p>
          <a:p>
            <a:pPr algn="l">
              <a:defRPr/>
            </a:pPr>
            <a:r>
              <a:rPr lang="en-US"/>
              <a:t>A. 东    B. 西    C. 南    D. 北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04800"/>
            <a:ext cx="10922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2. 图形推理（题干含插图）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508000" y="939800"/>
            <a:ext cx="508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2. 从所给四个图形中选出与其余三个规律不同的一个。（ ）</a:t>
            </a:r>
            <a:endParaRPr lang="zh-CN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651000"/>
            <a:ext cx="6604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04800"/>
            <a:ext cx="10922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3. 纯图片题（整题就是一张图）</a:t>
            </a:r>
            <a:endParaRPr lang="zh-CN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651000"/>
            <a:ext cx="66040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04800"/>
            <a:ext cx="10922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4. 表格资料题（资料是图片）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508000" y="939800"/>
            <a:ext cx="508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3. 根据下面的表格，该公司 2025 年第四季度销售额比第二季度增长了多少万元？（ ）</a:t>
            </a:r>
          </a:p>
          <a:p>
            <a:pPr algn="l">
              <a:defRPr/>
            </a:pPr>
            <a:r>
              <a:rPr lang="en-US"/>
              <a:t>A. 20    B. 30    C. 45    D. 60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651000"/>
            <a:ext cx="660400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04800"/>
            <a:ext cx="10922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5. 几何图形题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508000" y="939800"/>
            <a:ext cx="508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4. 如图，直角三角形两直角边分别为 8 cm 与 6 cm，斜边长为多少 cm？（ ）</a:t>
            </a:r>
          </a:p>
          <a:p>
            <a:pPr algn="l">
              <a:defRPr/>
            </a:pPr>
            <a:r>
              <a:rPr lang="en-US"/>
              <a:t>A. 10    B. 12    C. 14    D. 48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651000"/>
            <a:ext cx="45720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04800"/>
            <a:ext cx="10922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6. 公式题（公式是图片）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508000" y="939800"/>
            <a:ext cx="508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5. 已知圆半径 r，下列哪个式子表示面积？（ ）</a:t>
            </a:r>
          </a:p>
          <a:p>
            <a:pPr algn="l">
              <a:defRPr/>
            </a:pPr>
            <a:r>
              <a:rPr lang="en-US"/>
              <a:t>A. S = πr²    B. S = 2πr    C. S = πd    D. S = r²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651000"/>
            <a:ext cx="6604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04800"/>
            <a:ext cx="10922000" cy="558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7. 柱状图题（图表是图片）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508000" y="939800"/>
            <a:ext cx="508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6. 根据下面的柱状图，销售额最高的季度是？（ ）</a:t>
            </a:r>
          </a:p>
          <a:p>
            <a:pPr algn="l">
              <a:defRPr/>
            </a:pPr>
            <a:r>
              <a:rPr lang="en-US"/>
              <a:t>A. Q1    B. Q2    C. Q3    D. Q4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651000"/>
            <a:ext cx="60960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10922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二、判断题</a:t>
            </a:r>
          </a:p>
          <a:p>
            <a:pPr algn="l">
              <a:defRPr/>
            </a:pPr>
            <a:r>
              <a:rPr lang="en-US"/>
              <a:t>7. 一年有十二个月。（ 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